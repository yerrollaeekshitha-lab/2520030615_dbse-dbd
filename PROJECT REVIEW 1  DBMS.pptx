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74" d="100"/>
          <a:sy n="74" d="100"/>
        </p:scale>
        <p:origin x="427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17-08-2026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17-08-2026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17-08-2026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17-08-2026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99" y="200984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b="1" dirty="0">
                <a:solidFill>
                  <a:schemeClr val="accent1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accent1"/>
                </a:solidFill>
              </a:rPr>
              <a:t>An AI-Driven Adaptive Cybersecurity Awareness and Phishing Simulation Platform 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Ms</a:t>
            </a:r>
            <a:r>
              <a:rPr lang="en-US" sz="2400" dirty="0">
                <a:solidFill>
                  <a:srgbClr val="00B050"/>
                </a:solidFill>
              </a:rPr>
              <a:t> M Usha Rani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031344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Name1:Gopireddy Susmitha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 2520030201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Name2: Yerrolla Eekshitha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 2520030615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Name3:Kota Sudheer Babu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no:2520030470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765375"/>
              </p:ext>
            </p:extLst>
          </p:nvPr>
        </p:nvGraphicFramePr>
        <p:xfrm>
          <a:off x="838199" y="1416193"/>
          <a:ext cx="10515600" cy="2515978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574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r>
                        <a:rPr lang="en-US" dirty="0"/>
                        <a:t>Gopireddy Susmitha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Backend &amp; Phishing Simulation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Yerrolla Eekshitha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Frontend &amp; Dashboard Development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Kota Sudheer Babu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AI/ML &amp; Adaptive Training</a:t>
                      </a:r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382"/>
            <a:ext cx="10383982" cy="4784581"/>
          </a:xfrm>
        </p:spPr>
        <p:txBody>
          <a:bodyPr>
            <a:normAutofit fontScale="925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The proposed platform uses Artificial Intelligence to improve cybersecurity awareness through safe, controlled phishing simulations.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It generates and delivers realistic training scenarios, observes user responses, and adapts future exercises according to individual risk and learning needs.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A dashboard provides awareness scores, phishing-risk indicators, training progress, and recommendations for targeted learning.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The goal is to reduce risky user behavior and build continuous security awareness without exposing real users or systems to malicious attacks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Phishing is a major social-engineering threat because attackers exploit human decisions rather than only technical vulnerabilities.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Traditional awareness programs often use the same training material for every user and may not measure whether behavior actually improves.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This project combines phishing simulation, user-behavior analysis, AI-based risk assessment, and personalized awareness training.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All simulations are designed for authorized educational use in a controlled environment.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Conventional cybersecurity awareness systems mainly provide static videos, quizzes, posters, and periodic phishing exercises.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Many solutions use fixed scenarios and do not sufficiently personalize training based on a user's previous responses.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Reporting is often limited to basic click or quiz statistics, making it difficult to identify changing risk patterns.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There is a need for a continuous, measurable, and adaptive approach to cybersecurity awareness.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Users may recognize common phishing examples but still fall for unfamiliar or highly personalized messages.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A one-size-fits-all awareness program cannot address different levels of knowledge and risk.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Organizations need a safe way to evaluate user awareness without sending real malicious content or collecting unnecessary sensitive information.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The challenge is to transform simulation results into personalized training and measurable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Develop a controlled phishing-simulation engine that creates safe training scenarios and tracks user interaction.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Use AI/ML to calculate an awareness or risk score from simulation outcomes and training performance.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Adapt the difficulty, scenario type, and learning content based on the user's previous behavior.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Provide dashboards for users and administrators with progress, trends, and recommended training.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Include safeguards such as authorized test accounts, isolated simulation links, logging controls, and no real credential collection.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Design an interactive platform for cybersecurity awareness and phishing simulation.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Identify user risk patterns from safe simulation results.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Build an AI-driven mechanism for personalized risk scoring and training recommendations.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Provide adaptive phishing scenarios with varying difficulty and attack characteristics.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Track awareness improvement through dashboards, reports, and repeated assessments.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Maintain privacy and safety by using simulated content in an isolated environment.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1. User &amp; Admin Management — authentication, roles, profiles, and permissions.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2. Phishing Simulation Engine — safe email/web scenarios, templates, scheduling, and tracking.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3. AI Risk Assessment — feature extraction, risk scoring, classification, and trend analysis.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4. Adaptive Training Module — personalized lessons, quizzes, and difficulty adjustment.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5. Analytics Dashboard — click/report rates, awareness score, progress, and risk trends.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6. Reporting &amp; Monitoring — campaign summaries, recommendations, and exportable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Frontend: HTML, CSS, JavaScript / React.js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Backend: Python with Flask/</a:t>
            </a:r>
            <a:r>
              <a:rPr lang="en-IN" sz="2800" dirty="0" err="1"/>
              <a:t>FastAPI</a:t>
            </a:r>
            <a:r>
              <a:rPr lang="en-IN" sz="2800" dirty="0"/>
              <a:t> or Node.js with Express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AI/ML: Python, Pandas, NumPy, Scikit-learn; optional NLP model for message classification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Database: MySQL or PostgreSQL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Development Tools: VS Code, Git/GitHub, Postman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Deployment: Localhost or a controlled cloud/server environment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Hardware: Standard laptop/PC; optional cloud VM for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8A60F-9A92-305D-18BC-04FA84BE214D}"/>
              </a:ext>
            </a:extLst>
          </p:cNvPr>
          <p:cNvSpPr txBox="1"/>
          <p:nvPr/>
        </p:nvSpPr>
        <p:spPr>
          <a:xfrm>
            <a:off x="1672937" y="1088632"/>
            <a:ext cx="8780318" cy="5368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3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The proposed platform combines phishing simulation, AI-based risk assessment, and adaptive learning into one cybersecurity awareness system.</a:t>
            </a:r>
          </a:p>
          <a:p>
            <a:pPr marL="457200" indent="-457200">
              <a:lnSpc>
                <a:spcPct val="103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It can help identify weak awareness areas, personalize training, and measure improvement over time.</a:t>
            </a:r>
          </a:p>
          <a:p>
            <a:pPr marL="457200" indent="-457200">
              <a:lnSpc>
                <a:spcPct val="103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Future scope includes advanced NLP for safer scenario generation, reinforcement-learning-based adaptation, multilingual training, and integration with organizational security-awareness workflows.</a:t>
            </a:r>
          </a:p>
          <a:p>
            <a:pPr marL="457200" indent="-457200">
              <a:lnSpc>
                <a:spcPct val="103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The system can also be extended with privacy-preserving analytics and richer behavioral trends while keeping simulations isolated and authorized.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8258</TotalTime>
  <Words>843</Words>
  <Application>Microsoft Office PowerPoint</Application>
  <PresentationFormat>Widescreen</PresentationFormat>
  <Paragraphs>114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An AI-Driven Adaptive Cybersecurity Awareness and Phishing Simulation Platform 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susmitha1982@outlook.com</cp:lastModifiedBy>
  <cp:revision>94</cp:revision>
  <dcterms:created xsi:type="dcterms:W3CDTF">2022-05-20T10:20:31Z</dcterms:created>
  <dcterms:modified xsi:type="dcterms:W3CDTF">2026-08-17T07:00:05Z</dcterms:modified>
</cp:coreProperties>
</file>